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" y="2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AE538-D421-4BFE-99A5-EA93B7B64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5EBA0-2F76-4ACE-B3E3-664E8BFE5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56D2A-8A4B-4597-9FD7-D15A7CDB3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B22E-E412-4AB5-9A0C-0FDE5EE02629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70372-6168-44B7-AC6C-36303408D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C5845-D9C0-469A-A1D2-6DD175878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5C86A-A755-4F24-8F5A-1CE41FC1F2C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D7285CB-9F8B-44F9-AD94-A0D00F6DE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0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4F46DB14-F758-445A-B4B0-6EC0116EA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7846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0A2AD4-6031-4940-A6D5-E15AF9787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8EC4D-3093-4D37-A846-75EA67372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C7963-6721-498C-9D5E-557CBF1CB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B22E-E412-4AB5-9A0C-0FDE5EE02629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86728-6187-40BD-8AE8-BF1FEA78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09460-961C-4454-AFFE-5F07DAD5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5C86A-A755-4F24-8F5A-1CE41FC1F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41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52BD72B3-B2F0-4924-A18B-230D237C7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7846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597C4-5575-4490-84FD-0A2DD204D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B9D38-EB49-408F-9C90-AC4706A39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68F23-2DDE-4888-B89C-4BB50949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B22E-E412-4AB5-9A0C-0FDE5EE02629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BD897-BB9D-47B9-9235-2126EC2B1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E7BE3-08D5-4D0F-93A3-54DB55CB2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5C86A-A755-4F24-8F5A-1CE41FC1F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28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BDB4A04D-2187-434F-BDCE-0FCDA92EF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7846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C7316-9C27-4481-AD5B-E11883950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CA269-BC7E-4030-AC05-62D1E3313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E610C-8ECE-459B-817D-AADB6FFD6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3543B-9F04-4E2A-A9B4-C8767AEAB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B22E-E412-4AB5-9A0C-0FDE5EE02629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32DBD-E881-4DD2-888A-6C5FEAD26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2918C-E84A-48EE-A3F9-0B546AA08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5C86A-A755-4F24-8F5A-1CE41FC1F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56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AB68E4ED-0572-4411-8362-D1453271D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7846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625AEB-93D0-4397-9492-37F6BA5B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16817-EEEA-4917-B1F9-E4479EF2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F1062-0812-496D-BFD8-0F6EDF44B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9F15B-C3FA-4EFA-9C09-2CC5A85C08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2E6F2-F652-4A92-8B81-9C9FA0F3B3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75356B-ADB1-4A85-8EF0-AD0CF173E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B22E-E412-4AB5-9A0C-0FDE5EE02629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A5973-E3CD-44F2-A486-9609FB63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642E52-63E3-417E-9D6F-794736A9E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5C86A-A755-4F24-8F5A-1CE41FC1F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8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115F313-4604-4A1B-8113-368357B57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7846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E8C32-2718-4853-98B1-EDD7D8ECC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C8506-5969-4673-A865-6B63CC9A8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B22E-E412-4AB5-9A0C-0FDE5EE02629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A9D74-1435-4660-AAA5-26EF7827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D7133-93AE-4562-856F-DC1D53CC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5C86A-A755-4F24-8F5A-1CE41FC1F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6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36AE0A0-1DAF-4056-803D-6962D7059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7846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A68B1-6303-47DF-BA7B-A3C1B2058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B22E-E412-4AB5-9A0C-0FDE5EE02629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97A48-787D-454B-997A-2D43BF9C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47C3F-4C27-41EB-B3DC-EF3136B96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5C86A-A755-4F24-8F5A-1CE41FC1F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2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80B918A9-EE23-4EC1-92B9-6B6774775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7846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C49F95-A6B6-4751-AB56-C823B6072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14014-F306-40F8-9EEE-7F15C2CB1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BF5D6-3F7D-4F4C-BD17-581F6E655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4CF11-2B2A-4809-B0EF-9A108A953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B22E-E412-4AB5-9A0C-0FDE5EE02629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1485D-1F84-437B-8175-E2504804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9BA13-76F4-43BF-9F5D-FED56420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5C86A-A755-4F24-8F5A-1CE41FC1F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78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1DD672C4-141B-422D-88FA-DFF1762D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7846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AC26C-8A1F-4E96-9CEA-DBC95BCB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CECB4A-C159-4230-86EA-BF56D6D37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95256-9787-4EF1-A73A-1AD18F995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581A0-8F60-4894-BF75-142E0F217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B22E-E412-4AB5-9A0C-0FDE5EE02629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65800-CC7D-473D-B812-AE0ECDF91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91DCD-6E6D-47AC-8A9A-153B0276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5C86A-A755-4F24-8F5A-1CE41FC1F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4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D244E990-5491-4BCD-BEBF-11368BE89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7846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BDCB3-3D59-4C65-A337-0D70A572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D23E5-B909-467A-8F72-733C4CFEB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E40DE-677B-4B84-BEAA-B08077152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B22E-E412-4AB5-9A0C-0FDE5EE02629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29312-C630-448B-9AE1-272735FF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B9190-6ABE-4072-B4E5-004D9C08A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5C86A-A755-4F24-8F5A-1CE41FC1F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13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8DA78AA7-3BF6-4BD5-A313-0483BDDB9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7846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6E353-F5D0-4520-AA79-17860803C5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A65E43-B06D-400A-ADC0-7F7049BFB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E588B-5815-4618-9D72-6B8A173F8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B22E-E412-4AB5-9A0C-0FDE5EE02629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8A1D9-B6E1-4C27-94E8-D5F2231A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46BB4-89EC-4764-8FFC-78EB939A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5C86A-A755-4F24-8F5A-1CE41FC1F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62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18FC3-3302-4B2D-913A-8222E3A7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4BB80-3F09-4A01-840F-A25D27C7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1FF36-0421-4D0C-B0BE-0ABF0AD9F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B22E-E412-4AB5-9A0C-0FDE5EE02629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EA8C1-FDA9-4DCD-A0C3-63D6638E3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B2D34-E176-46E3-B049-10CE45914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5C86A-A755-4F24-8F5A-1CE41FC1F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05B80-0E8C-4819-99D9-89625AA79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4525347"/>
            <a:ext cx="6801321" cy="1737360"/>
          </a:xfrm>
        </p:spPr>
        <p:txBody>
          <a:bodyPr anchor="ctr">
            <a:normAutofit/>
          </a:bodyPr>
          <a:lstStyle/>
          <a:p>
            <a:pPr algn="r"/>
            <a:r>
              <a:rPr lang="en-US" dirty="0"/>
              <a:t>Ashville Kennel Club</a:t>
            </a: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567" y="620480"/>
            <a:ext cx="2243800" cy="22437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5001" y="2466604"/>
            <a:ext cx="962395" cy="9623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5829" y="2327988"/>
            <a:ext cx="293695" cy="293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2113" y="0"/>
            <a:ext cx="5699887" cy="4059244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00392" y="4525347"/>
            <a:ext cx="0" cy="173736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C5EF2FFA-CDE4-44F3-9005-115DA3035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203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262CE8-9517-45D6-9486-65C47B76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Member Benefits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7F4C02-18D2-4B2D-9818-25033E690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8993" y="1412489"/>
            <a:ext cx="2926080" cy="4363844"/>
          </a:xfrm>
        </p:spPr>
        <p:txBody>
          <a:bodyPr>
            <a:normAutofit/>
          </a:bodyPr>
          <a:lstStyle/>
          <a:p>
            <a:r>
              <a:rPr lang="en-US" sz="2000" dirty="0"/>
              <a:t>Agility trials</a:t>
            </a:r>
          </a:p>
          <a:p>
            <a:r>
              <a:rPr lang="en-US" sz="2000" dirty="0"/>
              <a:t>Conformation classes</a:t>
            </a:r>
          </a:p>
          <a:p>
            <a:r>
              <a:rPr lang="en-US" sz="2000" dirty="0"/>
              <a:t>Obedience classes</a:t>
            </a:r>
          </a:p>
          <a:p>
            <a:r>
              <a:rPr lang="en-US" sz="2000" dirty="0"/>
              <a:t>Competitions</a:t>
            </a:r>
          </a:p>
          <a:p>
            <a:r>
              <a:rPr lang="en-US" sz="2000" dirty="0"/>
              <a:t>Registration discounts</a:t>
            </a:r>
          </a:p>
          <a:p>
            <a:r>
              <a:rPr lang="en-US" sz="2000" dirty="0"/>
              <a:t>Summer picnics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D485679-B684-46F6-B788-B00F82CD3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53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A1F2F-1001-45B5-AC30-0E5DD5B92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49" y="3499076"/>
            <a:ext cx="6053558" cy="242477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It’s all about the dogs!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D04481C-DDA1-41AF-A585-0C87D5493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796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37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Verdana</vt:lpstr>
      <vt:lpstr>Office Theme</vt:lpstr>
      <vt:lpstr>Ashville Kennel Club</vt:lpstr>
      <vt:lpstr>Member Benefits</vt:lpstr>
      <vt:lpstr>It’s all about the dogs!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Ashville Kennel Club</dc:title>
  <dc:creator>Faithe Wempen</dc:creator>
  <cp:lastModifiedBy>Student</cp:lastModifiedBy>
  <cp:revision>4</cp:revision>
  <dcterms:created xsi:type="dcterms:W3CDTF">2019-05-01T23:35:28Z</dcterms:created>
  <dcterms:modified xsi:type="dcterms:W3CDTF">2019-06-03T14:14:04Z</dcterms:modified>
</cp:coreProperties>
</file>