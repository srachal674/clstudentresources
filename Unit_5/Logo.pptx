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 userDrawn="1">
          <p15:clr>
            <a:srgbClr val="A4A3A4"/>
          </p15:clr>
        </p15:guide>
        <p15:guide id="2" pos="3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562C00-DD93-4BEF-917A-9C79CECC2E9D}" v="2" dt="2019-05-01T20:17:08.3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56" d="100"/>
          <a:sy n="56" d="100"/>
        </p:scale>
        <p:origin x="72" y="595"/>
      </p:cViewPr>
      <p:guideLst>
        <p:guide orient="horz" pos="1440"/>
        <p:guide pos="3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1D562C00-DD93-4BEF-917A-9C79CECC2E9D}"/>
    <pc:docChg chg="undo redo modSld">
      <pc:chgData name="Faithe Wempen" userId="a5b80fda8aef011f" providerId="LiveId" clId="{1D562C00-DD93-4BEF-917A-9C79CECC2E9D}" dt="2019-05-01T20:19:03.695" v="21" actId="1076"/>
      <pc:docMkLst>
        <pc:docMk/>
      </pc:docMkLst>
      <pc:sldChg chg="modSp">
        <pc:chgData name="Faithe Wempen" userId="a5b80fda8aef011f" providerId="LiveId" clId="{1D562C00-DD93-4BEF-917A-9C79CECC2E9D}" dt="2019-05-01T20:19:03.695" v="21" actId="1076"/>
        <pc:sldMkLst>
          <pc:docMk/>
          <pc:sldMk cId="1020280947" sldId="256"/>
        </pc:sldMkLst>
        <pc:spChg chg="mod">
          <ac:chgData name="Faithe Wempen" userId="a5b80fda8aef011f" providerId="LiveId" clId="{1D562C00-DD93-4BEF-917A-9C79CECC2E9D}" dt="2019-05-01T20:17:08.390" v="16" actId="12789"/>
          <ac:spMkLst>
            <pc:docMk/>
            <pc:sldMk cId="1020280947" sldId="256"/>
            <ac:spMk id="4" creationId="{DB4EC774-11FC-4D1F-B3DD-D9B85F8DE981}"/>
          </ac:spMkLst>
        </pc:spChg>
        <pc:spChg chg="mod ord">
          <ac:chgData name="Faithe Wempen" userId="a5b80fda8aef011f" providerId="LiveId" clId="{1D562C00-DD93-4BEF-917A-9C79CECC2E9D}" dt="2019-05-01T20:17:08.390" v="16" actId="12789"/>
          <ac:spMkLst>
            <pc:docMk/>
            <pc:sldMk cId="1020280947" sldId="256"/>
            <ac:spMk id="5" creationId="{6B37DEFF-E978-4621-9128-8BB5C6B84A52}"/>
          </ac:spMkLst>
        </pc:spChg>
        <pc:spChg chg="mod ord">
          <ac:chgData name="Faithe Wempen" userId="a5b80fda8aef011f" providerId="LiveId" clId="{1D562C00-DD93-4BEF-917A-9C79CECC2E9D}" dt="2019-05-01T20:17:08.390" v="16" actId="12789"/>
          <ac:spMkLst>
            <pc:docMk/>
            <pc:sldMk cId="1020280947" sldId="256"/>
            <ac:spMk id="7" creationId="{7C460A31-D428-4B7E-AF59-F95F181BCFE1}"/>
          </ac:spMkLst>
        </pc:spChg>
        <pc:spChg chg="mod ord">
          <ac:chgData name="Faithe Wempen" userId="a5b80fda8aef011f" providerId="LiveId" clId="{1D562C00-DD93-4BEF-917A-9C79CECC2E9D}" dt="2019-05-01T20:19:03.695" v="21" actId="1076"/>
          <ac:spMkLst>
            <pc:docMk/>
            <pc:sldMk cId="1020280947" sldId="256"/>
            <ac:spMk id="8" creationId="{87DE5AA9-2A3E-42AF-A56E-33A31F2DD49D}"/>
          </ac:spMkLst>
        </pc:spChg>
        <pc:spChg chg="mod ord">
          <ac:chgData name="Faithe Wempen" userId="a5b80fda8aef011f" providerId="LiveId" clId="{1D562C00-DD93-4BEF-917A-9C79CECC2E9D}" dt="2019-05-01T20:18:42.159" v="19" actId="1076"/>
          <ac:spMkLst>
            <pc:docMk/>
            <pc:sldMk cId="1020280947" sldId="256"/>
            <ac:spMk id="9" creationId="{2ECDA557-4284-4690-9AC7-7474959B9D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4F-52E3-4C0C-B172-86B9FFEB1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332A57-464F-44AD-8988-55DB493FD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3ACED-507B-4B78-8B52-F85FA820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AD789-B7BC-42AC-B592-0FFC3016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14A90-A684-4604-BE7C-472A828E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818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50CAC-5113-4E0D-8CA3-8AB8FBC1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96E91-B684-44EE-83C9-E90E426E5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F9363-2C80-4507-9314-B22F7C6D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2F2F4-302C-4DF7-9C54-367FD309D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AB5D9-7DDD-42CD-915F-CB1DC938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2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01595-1876-4314-9B80-D8270A7BE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59047-B318-4E43-9549-88C43830E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80E34-9F50-43D8-8850-6A2D95DB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6111D-7623-4573-A5A3-F75E676F3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97BB1-28B4-4A54-9AAC-72B1FE406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992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9274-BED1-4EF1-9161-E3EA67FE6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D116-6AF1-4383-AC6B-59E1A474A7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311DB-8039-41FA-B77A-99969EE80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51ADC-DFB3-4EBE-9B82-4C1B2AE2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29789-D2E0-4563-9817-27D6B6AB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CA2D2-BA83-44FB-8718-DD8A5D007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3098C-C8C5-4B5B-BA9C-1A3FAEEF0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F89D2-76C1-4DCC-A6A4-99FFF4770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FC1F8-96B5-4A16-A4C1-7F6E724EF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24ED22-9C6D-4363-B974-DD61EDF4E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BEE2D6-0B30-477B-B74B-13FEAADB64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0986D-5154-41AC-9E27-15728F864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05801C-D583-4B61-A08F-0C13ED0E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C7077E-068D-49DC-ABF9-97098F2F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543E8-0E82-44A7-9FA3-0BA29880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ADEFC-4122-486F-A2E5-44143D11D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80AB33-8195-4C3B-B822-D0FF05E8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56D67C-F39F-49D8-A72B-09C5CAB45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66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F1757-F49A-4F69-8715-F43C8E628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DA8891-4AD7-4BD2-B122-D8B157DE2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60769-FC65-4987-ABEB-5D0C8DEA8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01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6AAB-9553-4C5A-AF49-6F77781CA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F27B-D3F8-4F3F-9F0D-69C552159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78918-E694-4E36-98BE-CDB3E94CA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36EF2-9CB5-4B3A-8866-D411EDCEA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EB553-DC01-455E-A1EB-12891E55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7C875-3599-4650-BDDD-4289F2C7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42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B4C4E-D96B-4021-A271-D10BCAD17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627EC0-4705-46B0-9A96-55B6DB404D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D36EFD-2D62-4265-9A83-84D100FB1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08263-A412-4CDA-818D-AA44E7EF2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CF688-55D3-4518-901D-4DCF23CA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2B6B-6B36-4618-A9C8-00CF178C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65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7336B-EB9D-4682-B783-854DCC89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B0D06-D7A3-4F3F-A8F0-263E15C756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01A11-450B-4255-91B4-3A350E2E3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FF30-6EAF-48DD-BEA2-3952655A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39DE7-5E25-4ECC-8531-BD9844C11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0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B4D013-7565-4E66-9693-99BD9E2636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A37B9-1F59-4C76-9C81-B28A6AC30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4C0A3-BFFD-4A53-BF99-F357CC34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5177F-E10A-4686-B8D1-E4F68D67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E15C-E3ED-4456-9EF2-8739D28F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85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C09D27-B55F-43CC-8499-CC702590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D824A-E917-4710-BE09-F87E64351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55637-E542-4BC8-9851-8D5C487157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74F7E-9002-4005-9D3B-7537E682C9C3}" type="datetimeFigureOut">
              <a:rPr lang="en-US" smtClean="0"/>
              <a:t>6/3/2019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526E9-5A03-460F-8489-5D6DEF6E7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84731-97D1-47A4-9DB7-6B0BD31333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2497D3-612A-41BA-BDE1-7353BC84F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911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B37DEFF-E978-4621-9128-8BB5C6B84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75748" y="1408748"/>
            <a:ext cx="4040505" cy="404050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16 Points 3">
            <a:extLst>
              <a:ext uri="{FF2B5EF4-FFF2-40B4-BE49-F238E27FC236}">
                <a16:creationId xmlns:a16="http://schemas.microsoft.com/office/drawing/2014/main" id="{DB4EC774-11FC-4D1F-B3DD-D9B85F8DE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255770" y="1588770"/>
            <a:ext cx="3680460" cy="3680460"/>
          </a:xfrm>
          <a:prstGeom prst="star16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7DE5AA9-2A3E-42AF-A56E-33A31F2DD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5524500" y="2297431"/>
            <a:ext cx="1143000" cy="1131569"/>
          </a:xfrm>
          <a:prstGeom prst="triangl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ECDA557-4284-4690-9AC7-7474959B9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24500" y="3429000"/>
            <a:ext cx="1143000" cy="1131569"/>
          </a:xfrm>
          <a:prstGeom prst="triangle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bbon: Tilted Down 6" descr="ZYX Corporation on decorative ribbon tilted down.">
            <a:extLst>
              <a:ext uri="{FF2B5EF4-FFF2-40B4-BE49-F238E27FC236}">
                <a16:creationId xmlns:a16="http://schemas.microsoft.com/office/drawing/2014/main" id="{7C460A31-D428-4B7E-AF59-F95F181BCFE1}"/>
              </a:ext>
            </a:extLst>
          </p:cNvPr>
          <p:cNvSpPr/>
          <p:nvPr/>
        </p:nvSpPr>
        <p:spPr>
          <a:xfrm>
            <a:off x="3484245" y="2794635"/>
            <a:ext cx="5223510" cy="1268730"/>
          </a:xfrm>
          <a:prstGeom prst="ribbon">
            <a:avLst>
              <a:gd name="adj1" fmla="val 33333"/>
              <a:gd name="adj2" fmla="val 45623"/>
            </a:avLst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ysClr val="windowText" lastClr="000000"/>
                </a:solidFill>
              </a:rPr>
              <a:t>ZYX Corporation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289969D-66F3-490B-8219-712B7F563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52198"/>
            <a:ext cx="468109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© 2019 K12 Inc. </a:t>
            </a: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</a:b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Tahoma" pitchFamily="34" charset="0"/>
              </a:rPr>
              <a:t>All rights reserved. Copying or distributing without K12’s written consent is prohibited.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280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Faithe Wempen</dc:creator>
  <cp:lastModifiedBy>Student</cp:lastModifiedBy>
  <cp:revision>8</cp:revision>
  <dcterms:created xsi:type="dcterms:W3CDTF">2019-05-01T19:18:54Z</dcterms:created>
  <dcterms:modified xsi:type="dcterms:W3CDTF">2019-06-03T14:16:48Z</dcterms:modified>
</cp:coreProperties>
</file>