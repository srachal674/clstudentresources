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1" autoAdjust="0"/>
    <p:restoredTop sz="94660" autoAdjust="0"/>
  </p:normalViewPr>
  <p:slideViewPr>
    <p:cSldViewPr snapToGrid="0">
      <p:cViewPr varScale="1">
        <p:scale>
          <a:sx n="74" d="100"/>
          <a:sy n="74" d="100"/>
        </p:scale>
        <p:origin x="43" y="20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-29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09B7FE-76D5-4850-809D-8D0F1C5EEE12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D1265-FDD7-48C3-BAE9-EAD5EF2B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15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D23F7-9088-40B9-BD29-7F422A583DEC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09939DB-1AFB-4CF0-B75A-09F807ED1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513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D23F7-9088-40B9-BD29-7F422A583DEC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939DB-1AFB-4CF0-B75A-09F807ED16B6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696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D23F7-9088-40B9-BD29-7F422A583DEC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939DB-1AFB-4CF0-B75A-09F807ED1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09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D23F7-9088-40B9-BD29-7F422A583DEC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939DB-1AFB-4CF0-B75A-09F807ED16B6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954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D23F7-9088-40B9-BD29-7F422A583DEC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939DB-1AFB-4CF0-B75A-09F807ED16B6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03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D23F7-9088-40B9-BD29-7F422A583DEC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939DB-1AFB-4CF0-B75A-09F807ED16B6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65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D23F7-9088-40B9-BD29-7F422A583DEC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939DB-1AFB-4CF0-B75A-09F807ED1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29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D23F7-9088-40B9-BD29-7F422A583DEC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939DB-1AFB-4CF0-B75A-09F807ED1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96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E3D23F7-9088-40B9-BD29-7F422A583DEC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939DB-1AFB-4CF0-B75A-09F807ED16B6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15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D23F7-9088-40B9-BD29-7F422A583DEC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939DB-1AFB-4CF0-B75A-09F807ED16B6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24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D23F7-9088-40B9-BD29-7F422A583DEC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939DB-1AFB-4CF0-B75A-09F807ED1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107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D23F7-9088-40B9-BD29-7F422A583DEC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09939DB-1AFB-4CF0-B75A-09F807ED16B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"/>
          <p:cNvSpPr>
            <a:spLocks noChangeArrowheads="1"/>
          </p:cNvSpPr>
          <p:nvPr userDrawn="1"/>
        </p:nvSpPr>
        <p:spPr bwMode="auto">
          <a:xfrm>
            <a:off x="0" y="6519446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791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5F9E98A-4FF4-43D6-9C48-6DF0E7F2D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07A636-DC99-4588-80C4-9E069B97C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DAC623-638C-4099-AAB6-E2103CE3A1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933" y="960241"/>
            <a:ext cx="6849699" cy="4203872"/>
          </a:xfrm>
        </p:spPr>
        <p:txBody>
          <a:bodyPr anchor="ctr">
            <a:normAutofit/>
          </a:bodyPr>
          <a:lstStyle/>
          <a:p>
            <a:pPr algn="r"/>
            <a:r>
              <a:rPr lang="en-US" sz="5400" dirty="0"/>
              <a:t>Hancock Regional Health Center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CD43B9-AA30-4392-BEBC-35D07486F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3071" y="964028"/>
            <a:ext cx="2770873" cy="4196299"/>
          </a:xfrm>
        </p:spPr>
        <p:txBody>
          <a:bodyPr anchor="ctr">
            <a:normAutofit/>
          </a:bodyPr>
          <a:lstStyle/>
          <a:p>
            <a:r>
              <a:rPr lang="en-US"/>
              <a:t>Aquatics Program Overview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2BAA51-3181-4303-929A-FCD9C33F8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7685" y="1328764"/>
            <a:ext cx="0" cy="3466826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D4ED6A5F-3B06-48C5-850F-8045C4DF6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A60B9D-8DAC-4DA9-88DE-9911621A2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19446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7297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8C375-CB6F-402F-90F1-359BCCDB4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16504-E89F-4FF0-9C75-3D0ED7639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Facility Director</a:t>
            </a:r>
          </a:p>
          <a:p>
            <a:pPr lvl="1"/>
            <a:r>
              <a:rPr lang="en-US" dirty="0"/>
              <a:t>Maria Martinez</a:t>
            </a:r>
          </a:p>
          <a:p>
            <a:r>
              <a:rPr lang="en-US" dirty="0"/>
              <a:t>Facility Assistant Director</a:t>
            </a:r>
          </a:p>
          <a:p>
            <a:pPr lvl="1"/>
            <a:r>
              <a:rPr lang="en-US" dirty="0"/>
              <a:t>John Whitfield</a:t>
            </a:r>
          </a:p>
          <a:p>
            <a:r>
              <a:rPr lang="en-US" dirty="0"/>
              <a:t>Aquatics Program Director</a:t>
            </a:r>
          </a:p>
          <a:p>
            <a:pPr lvl="1"/>
            <a:r>
              <a:rPr lang="en-US" dirty="0"/>
              <a:t>Tisha Robinson</a:t>
            </a:r>
          </a:p>
          <a:p>
            <a:r>
              <a:rPr lang="en-US" dirty="0"/>
              <a:t>Lead Aquatics Instructor</a:t>
            </a:r>
          </a:p>
          <a:p>
            <a:pPr lvl="1"/>
            <a:r>
              <a:rPr lang="en-US" dirty="0"/>
              <a:t>Pamela </a:t>
            </a:r>
            <a:r>
              <a:rPr lang="en-US" dirty="0" err="1"/>
              <a:t>Ayles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203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F814C-0A49-448D-BD74-B91FF9360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61" y="1240076"/>
            <a:ext cx="3008536" cy="458452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Class 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9BBDD-BD83-4470-99BD-F84E8A4DF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594" y="1240077"/>
            <a:ext cx="6034827" cy="4916465"/>
          </a:xfrm>
        </p:spPr>
        <p:txBody>
          <a:bodyPr anchor="t">
            <a:normAutofit/>
          </a:bodyPr>
          <a:lstStyle/>
          <a:p>
            <a:endParaRPr lang="en-US"/>
          </a:p>
        </p:txBody>
      </p:sp>
      <p:sp>
        <p:nvSpPr>
          <p:cNvPr id="6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19446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34668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39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Gill Sans MT</vt:lpstr>
      <vt:lpstr>Verdana</vt:lpstr>
      <vt:lpstr>Gallery</vt:lpstr>
      <vt:lpstr>Hancock Regional Health Center</vt:lpstr>
      <vt:lpstr>Staff</vt:lpstr>
      <vt:lpstr>Class Attendance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Hancock Regional Health Center</dc:title>
  <dc:creator>Faithe Wempen</dc:creator>
  <cp:lastModifiedBy>Student</cp:lastModifiedBy>
  <cp:revision>6</cp:revision>
  <dcterms:created xsi:type="dcterms:W3CDTF">2019-05-09T17:13:08Z</dcterms:created>
  <dcterms:modified xsi:type="dcterms:W3CDTF">2019-06-03T13:51:53Z</dcterms:modified>
</cp:coreProperties>
</file>