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39DC-C7A7-4D32-BB9C-D62254893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C22BF-9B9A-411E-A7E7-F2EC08B72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6E8CF-CDD7-4C5F-A368-56169DE2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87254-1E55-4EED-8E34-220F69EC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5C106-AF4D-4B4F-BE69-414F12F8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6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E323A086-7A24-43F9-B31D-268653738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C3F97-F668-415A-A24E-2128C180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390D-965A-44D7-BF36-FD32F2E2B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45EE-8828-4E8F-B124-A3379B98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7CE09-FB10-410E-8711-03092150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0BA57-ADF5-482B-A9C1-7668DF63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3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FF15-57F4-4185-8AA1-2979DAE2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73727-9C5C-46A1-8097-FFCE94915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881D9-03BD-443B-811C-989ECED5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EBF3-E4C5-4622-BAA5-8E1F109B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BAEA-6A2D-40F2-8E6F-E81BEA0C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7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81FA-A362-434C-8439-4B39CF33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3A3DE-B69F-42F6-AEE2-B624E9B9E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23C27-1B79-4622-ABE0-64368E883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13424-8585-4272-BB61-C088ECC7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7226B-9D59-4211-8061-1277619D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8DF65-DA16-4EBF-9EA2-368379F3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8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9C0D-E31F-47AF-8C1D-4FC3BE8E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D12E4-AE7A-40E6-AB97-F906F9ADE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27FEF-B679-4DFF-BA0A-FBD23EB1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73BCA-D8D4-48E3-BFEE-C1E706F83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168D5-12D5-4076-BE02-CC20316F0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ECEE-A7C0-4CE0-9B66-C5BD9C5C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9E0BF-019D-487E-AEAD-6977B935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2529-C6A8-4581-84C7-4DFE07C2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2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C21B-767A-4F81-BF48-819A16F7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6EEDA-E49D-4F44-AD8A-37FF5867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BEF99-332E-48BD-9920-C8516A9B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13B85-F887-4E44-A178-7BAD0146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1CDDD-D0DD-4CE7-8277-1E93CC17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8DA67-0671-4C3F-9658-AC1F3132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9E8A-C5AE-4DBF-A696-261EE853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2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B3D3-D0C2-42EC-8937-C601DFE1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4EDD-0D05-4B9E-9408-2C0F950B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28AE0-F592-428C-B8BE-901CEABB4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58777-09F2-4B57-AEF7-CFF104B2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9867B-F609-4645-AA1E-4CF56B95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E948C-3B29-43C5-A374-F1386F6F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3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9680-D6EB-462F-821C-0DE25496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7B6F2-173B-42C5-8336-4596ADC39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246CC-EA9F-4E85-A9FF-C70F04BF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F968F-6675-403D-A6EF-724E8B66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80570-B876-4C39-AC0D-5B2E959A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A93CD-6CE5-4812-9867-0906F49B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9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CA41-3CD4-4167-8453-941F2B76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04274-6898-41BB-AE5E-21E51E2C4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C074F-E663-436D-84B6-1944F9F7C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71EF-D3CA-41F3-B7C0-60C596C1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2D561-F2CB-4E15-83DC-32885083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2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AE980-3553-4F1E-A4E5-61ECCB597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387E2-4BDD-47A3-A9FC-A9B15E59E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57DC8-AE10-41D7-8914-DFA335F7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AD894-9E71-4A83-B9C3-2146400E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CF3DB-13A4-4DD3-88AC-7CA002B1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1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0ABAF-9B64-473F-A08F-32DF1A0C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9C616-ADFD-418B-8C41-B7448D785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57AD3-4DCE-46D2-B061-C292AB1DD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E500C-B308-4181-9D95-20C802D458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4159-23B8-47D2-96C2-ADB36E3FF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FFA3-814B-419D-82EA-DFF0D83CD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D71D8-3115-4B94-8996-74A444DB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0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8CAD-4D0F-447B-A3BB-61D66DDC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To-Do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573A-B4D4-495A-86B9-6F3A55DE0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Change mailing address</a:t>
            </a:r>
          </a:p>
          <a:p>
            <a:r>
              <a:rPr lang="en-US" dirty="0"/>
              <a:t>Hire moving company</a:t>
            </a:r>
          </a:p>
          <a:p>
            <a:r>
              <a:rPr lang="en-US" dirty="0"/>
              <a:t>Buy packing supplies</a:t>
            </a:r>
          </a:p>
          <a:p>
            <a:r>
              <a:rPr lang="en-US" dirty="0"/>
              <a:t>Pack boxes</a:t>
            </a:r>
          </a:p>
          <a:p>
            <a:r>
              <a:rPr lang="en-US" dirty="0"/>
              <a:t>Wrap furniture with blankets and plastic wrap</a:t>
            </a:r>
          </a:p>
          <a:p>
            <a:r>
              <a:rPr lang="en-US" dirty="0"/>
              <a:t>Clean the old house</a:t>
            </a:r>
          </a:p>
          <a:p>
            <a:r>
              <a:rPr lang="en-US" dirty="0"/>
              <a:t>Disconnect utilities at old house</a:t>
            </a:r>
          </a:p>
          <a:p>
            <a:r>
              <a:rPr lang="en-US" dirty="0"/>
              <a:t>Connect utilities at new house</a:t>
            </a:r>
          </a:p>
          <a:p>
            <a:r>
              <a:rPr lang="en-US" dirty="0"/>
              <a:t>Find a new Internet service provider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0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41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Moving 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Moving To-Do List Presentation</dc:title>
  <dc:creator>Faithe Wempen</dc:creator>
  <cp:lastModifiedBy>Student</cp:lastModifiedBy>
  <cp:revision>9</cp:revision>
  <dcterms:created xsi:type="dcterms:W3CDTF">2019-04-11T20:21:06Z</dcterms:created>
  <dcterms:modified xsi:type="dcterms:W3CDTF">2019-06-03T14:17:34Z</dcterms:modified>
</cp:coreProperties>
</file>